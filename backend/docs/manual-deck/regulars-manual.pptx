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B2C50"/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3291840"/>
            <a:ext cx="2926080" cy="2926080"/>
          </a:xfrm>
          <a:prstGeom prst="ellipse">
            <a:avLst/>
          </a:prstGeom>
          <a:solidFill>
            <a:srgbClr val="FF5A4E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Software Manual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software that tells you when your regulars stop being regular.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screen, every action, every retention signal — in one 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SOFTWARE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jobs, one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4298" cy="420624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63240"/>
            <a:ext cx="2814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front desk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leads, renewals, payments, invoices, the shop counter, and attendance — the daily work of the desk, in one place.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874520"/>
            <a:ext cx="3454298" cy="420624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4688738" y="2194560"/>
            <a:ext cx="685800" cy="68580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330" y="23591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8738" y="3063240"/>
            <a:ext cx="2814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for churn before it happens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88738" y="384048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alerts and six counter prompts, all arithmetic on real visit records — no scores, no predictions, every flag traceable back to actual data.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88757" y="1874520"/>
            <a:ext cx="3454298" cy="420624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8797" y="2194560"/>
            <a:ext cx="685800" cy="68580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389" y="23591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8797" y="3063240"/>
            <a:ext cx="2814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more than one location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508797" y="384048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staff and trainer transfers, chain-wide stock and revenue views — for gyms that have outgrown a single site.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606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IN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door, and the first screen after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 — works in any browser on laptop, tablet or phone. Nothing to install.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number, password, and a Login button.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account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staff, plans, pricing, reports.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check-ins, payments, shop, At Risk.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after login. It answers “what needs attention today.”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11094415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105091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screen, top to bottom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10509199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and greeting, with sign-out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bar — inactive 30+ days, renewals due within 7 days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Overview — members, expiring soon, revenue this month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card — due today / this week / overdue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card — this month / today / pending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 — the way into every screen ahead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606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staff and owners live in, day to day.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of the gym. The screen used most.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member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Add Member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name, phone, plan, start date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expiry is worked out from the plan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member's page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expiry, check-ins, payments, invoices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packages, feedback and recognition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purchases, wallet balance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every change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Renew, Freeze, Change plan, Transfer, Terminate — all recorded with date and who did it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90 days at a time, expiry extends day-for-day — return early and only the days actually frozen count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(CRM)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 who are not members yet — five fixed stages, and never left without a next step.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— five stages, each with a default next step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→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first contact, same day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 →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trial, within 2 days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Scheduled →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they're coming, the day before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Completed →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— sit down, discuss plans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/ Lost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ends here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board, one column per stage — drag a lead as it progresses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shows how long it's been in its current stage — stuck is visible, not hidden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queue, activity timeline, Assign to a staff member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where leads come from, how they convert, why they're lost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Convert: one tap turns a lead into a member, nothing retyped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whose membership is expiring, so nobody lapses unnoticed.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tabs: Due, and All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— everyone expiring soon, worst first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— still worth a call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in the last 30 days and not renewed; the window where somebody usually still comes back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— the full list, not just what's due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it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member to renew, or to call first.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Renewing records the payment and moves the expiry date forward.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Risk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worklist — a worklist, not a report. Every row is a member and a phone call.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 — most churn happens here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Paid, never walked in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joined, zero check-ins — the easiest save on the list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Started, then stopped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a few times, then went quiet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too rarely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~1.5 visits/week, never becomes a habit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has broken — the one early-warning signal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coming just as often, but no longer at their usual time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signal fires when somebody stops coming — this fires while attendance is still normal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“we miss you” — ask if their schedule changed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tick to mark handled — the note is recorded against your name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Retention Signal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alerts and six counter prompts — every one is arithmetic on your own records. No scores, no predictions.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560801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when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Paid, never walked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days since joining, zero check-ins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Coming too rarely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7+, under 1.5 visits a 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Started, then quiet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visits, then 10 days silent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 has broken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a slot 8 weeks, now &lt;40% — while still visiting as often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1 / 2+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7–13 days light nudge; 14+ days strongest churn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Expiring / expired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 out, expires today, or lapsed unrenewed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counter — six prompts, one at a time: First ever visit · Back after a break · Needs attention · PT running out · Due a restock · Wallet low. Most check-ins show none.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EVERY DAY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taken, and the Collections tab — everything outstanding, worst first.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— grouped worst first, not oldest first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chased these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overdue, no contact recorded since the due date — the group that justifies the tab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Chased, no outcome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called, the money hasn't arrived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to pay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the date agreed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payment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payment, or open the member and collect there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amount and method — cash, UPI, card, bank transfer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recorded against whoever is logged in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Leaks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the gym handed over without ever billing it. Not a debtors list — nobody wrote these down in the first place.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findings, valued honestly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given away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delivered beyond what the package paid for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after expiry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after the membership ran out (frozen members excluded)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never paid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membership, zero payment — not even raised as a due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with nothing against them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issued, but no payment row of any kind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that disagree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package's used-session count doesn't match its completed bookings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finding, never an accusation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Zero-valued where a figure can't be reached honestly — a drifted counter costs nothing by itself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is a floor, not the total — some findings carry no figure at all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Collections — a due already being chased there is never double-counted here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 screen: Collections (Payments), Renewals due (Renewals), Low stock (Shop → Restock) — each already its own worklist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Wallet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credit against a member's account — an insert-only ledger, never a number anyone can just type over.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a member's wallet, or spend it as part of a sale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one ledger row — top-up, spend, refund, adjustment, or expiry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is always the sum of that ledger, so “why is my balance ₹300” always has an answer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shows up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→ Sell: wallet sits alongside cash and UPI as a payment method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member's page: current balance and full transaction history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prompt: “Wallet low” appears at check-in once the balance drops under ₹200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(POS)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tabs — Sell, Restock, Stock, Sales — the counter and everything behind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basket, optionally pick a member, take payment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UPI, or the member's wallet balance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payments come out as part of the sale — if the sale fails, nothing is deducted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Restock, Stock &amp; Sales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low-stock queue itself: products at or below their reorder level, worst first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driven by recorded movements, never typed in — a sale that would take it negative is refused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tab: full history, including refunds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the shop is doing”: days of cover per product — reorder now / dead / overstocked / healthy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invoices with proper sequential numbering — two tabs: Invoices and Discounts.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All, Drafts, Issued, Cancelled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with its status — draft, unpaid, partly paid, paid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tab: the discount codes/rules invoices can apply, managed separately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worth understanding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Gapless numbering.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when issued, not drafted — never a hole in the sequence.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cannot be edited.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and re-issue instead — that's what makes the books defensible.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tax-inclusive by default; discounts apply per line.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Check-ins, and the front desk's home screen.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somebody in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Check 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or phone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member — twice never creates a second visit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prompt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note appears sometimes — for you, not the member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“Back after a break,” “Due a restock,” “First ever visit”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check-ins show nothing — deliberately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anything about money owed here — that's a private conversation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606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&amp; RUNNING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reporting, and multi-branch operations.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timetable.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up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class type (Yoga, HIIT)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schedule — day, time, capacity, trainer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generate individual sessions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session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booked, who's waitlisted, attendance marking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session moves waitlisted members up automatically on a cancellation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included in membership — no per-class charging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types and prices. Owner only.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11094415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105091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10509199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 with duration and price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a name, length in days, and price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drive expiry dates and renewal amounts everywhere else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price never rewrites past invoices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SETTING UP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software already computes, gathered under one heading instead of scattered across four screens. No new metric — an information-architecture change.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views, one section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charts: Revenue trend, Member growth, Renewal trend, Payment distribution, Plan distribution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funnel, sources, lost reasons, conversion (also lives inside Leads)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by severity and type, what the scan is finding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per day (Staff Work, kept reachable from More too)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section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already existed on other screens — this just gathers it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Risk for today's work; use Analytics → Business for last month's answer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fifth view appears later, it belongs here too, not a new corner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findable as “Reports” under More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Business charts, plus a per-plan Members/Revenue/Sold table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Accounts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log in. Owner only — separate from Staff Work, which is what they did.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11094415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105091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10509199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staff member: name, phone, role (owner or staff)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log in with that phone and the password you set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rather than delete when somebody leaves — their record of what they did stays intact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SETTING UP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tabs — a record of what happened, plus the day's actual worklists in one place.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work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collected, renewals closed, shop sales, invoices raised, per person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already-raised dues vs. the renewal ceiling, day by day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Collections queue, worst first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Follow up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activity and the same unattended-follow-up queue from Leads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 opens the rows behind it — which member, which amount, what time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shown is money handled, not earned — labelled “collected,” never “achieved”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name, never by count — sorting by count turns it into a leaderboard on every load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see only their own row; an owner sees everyone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inferred — every category is one existing ledger, not a guess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Visitors &amp; Referrals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came in but isn't a member yet — and the members who brought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Walk-ins, trial sessions and tours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who came, why, and what happened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can convert into a member or a lead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who referred whom, and whether it converted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members are worth thanking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much of your growth is word of mouth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gyms with more than one location. Skip it if you have 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members, staff and takings.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branches here.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here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members, staff and trainers between branches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— monthly revenue and member targets per branch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overview — branches compared, side by side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chain — what's in stock at every branch, and what could move instead of being bought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members, plans and payments from a spreadsheet or your previous software.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 — and this matters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— the file is read, every row judged, nothing saved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— only the rows that passed are saved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must be day-first (31/01/2026) — month-first dates are rejected, not guessed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headings match flexibly — “Phone,” “Mobile,” “Contact No” all understood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training staff, their specialisations, and their own profile page.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roster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trainer with name, phone and specialisation.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attach to classes and to PT packages.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trainer's page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delivered, feedback given or received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currently work with, what they were last paid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Move to another branch live here, not on the list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are always listed by name — never ranked or scored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Payouts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of collections — money the gym owes the people who work in it, not money owed to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schemes, any combination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amount for a whole calendar month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percentage of PT the gym has actually been paid for, never on packages merely sold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 per session actually delivered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payout per trainer, per period — salary, commission and session kept apart so “why is this less than last month” has an answer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 (signed — an advance recovered is negative), with a reason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paid: payment mode and reference number recorded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trainer's own payout history lives on their profile page too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Training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training: packages and appointments.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 package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trainer, number of sessions, price.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can be raised from it in one tap.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appointment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trainer, date and time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deduct as they're used; remaining balance is always visible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the last couple of sessions? The front desk sees a note at check-in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Feedback, Reports &amp; Recognition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said, what it adds up to, and a private word for the ones going above and beyond.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3454298" cy="411480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FF5A4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35915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566160"/>
            <a:ext cx="281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note of what a member said and what a trainer observed. Trainers don't log in, so both directions are written by staff.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68698" y="1874520"/>
            <a:ext cx="3454298" cy="411480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13" name="Shape 9"/>
          <p:cNvSpPr/>
          <p:nvPr/>
        </p:nvSpPr>
        <p:spPr>
          <a:xfrm>
            <a:off x="4688738" y="2194560"/>
            <a:ext cx="685800" cy="685800"/>
          </a:xfrm>
          <a:prstGeom prst="ellipse">
            <a:avLst/>
          </a:prstGeom>
          <a:solidFill>
            <a:srgbClr val="FF5A4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330" y="235915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88738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688738" y="3566160"/>
            <a:ext cx="281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records, read back on both the member's page and the trainer's page: sessions used, feedback, and recent attendance consistency.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88757" y="1874520"/>
            <a:ext cx="3454298" cy="411480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18" name="Shape 13"/>
          <p:cNvSpPr/>
          <p:nvPr/>
        </p:nvSpPr>
        <p:spPr>
          <a:xfrm>
            <a:off x="8508797" y="2194560"/>
            <a:ext cx="685800" cy="685800"/>
          </a:xfrm>
          <a:prstGeom prst="ellipse">
            <a:avLst/>
          </a:prstGeom>
          <a:solidFill>
            <a:srgbClr val="FF5A4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389" y="2359152"/>
            <a:ext cx="356616" cy="35661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508797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508797" y="3566160"/>
            <a:ext cx="281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note when a member deserves a shout-out. Written reason required; citing a signal is optional. Staff-only, never shown to the member.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leaderboard. No score, no ranking, no member ever sees it — the same discipline the retention screens hold to.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SETTING UP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STRAIGHT ABOUT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Software Does Not 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more than a longer feature list.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47672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2039844"/>
            <a:ext cx="199705" cy="199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892808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send messages — no automatic SMS, WhatsApp or email. It tells a human who to contact.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2606772"/>
            <a:ext cx="199705" cy="199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2459736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charge for classes — classes are included in membership.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3173700"/>
            <a:ext cx="199705" cy="199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15568" y="3026664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connect to a biometric or turnstile device — check-ins are recorded in the app.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648456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740628"/>
            <a:ext cx="199705" cy="199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15568" y="3593592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take online payments from members — it records payments already taken.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4215384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4307556"/>
            <a:ext cx="199705" cy="199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15568" y="41605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member-facing app — members don't log in, staff do.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48640" y="4782312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4874484"/>
            <a:ext cx="199705" cy="199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15568" y="4727448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predict who will quit or score members — every flag traces back to real visits.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2" y="5441412"/>
            <a:ext cx="199705" cy="199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115568" y="5294376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rank or score members, staff, or trainers — recognition is a private reason, never a leaderboard.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Feature List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 this manual, one page — nothing here that isn't a real, working screen.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874520"/>
            <a:ext cx="5318608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lifecycle — plans, freeze, transfer, terminate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— Due &amp; Lapsed, before anyone lapses unnoticed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invoicing — sequential numbers, a Discounts tab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Collections — worst-first, not oldest-first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Leaks — audits value given away, not just what's owed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 — balance, top-up, spend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(POS) — Sell, Restock, Stock and Sales, four tabs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analytics — reorder now / dead / overstocked, by product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check-in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schedule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Training — packages and appointments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Feedback, Reports &amp; Recognition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324448" y="1874520"/>
            <a:ext cx="5318608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payouts — computed, never silent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CRM — five-stage pipeline, a default next step for each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workflow &amp; follow-ups — nothing goes quiet unnoticed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— walk-ins, trials, tours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tracking — who brought whom, and whether it converted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— real visits behind every flag, never a guess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Business, Leads, Retention and Staff in one section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Work — a record of the day, never a leaderboard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accounts — role-based login, deactivate rather than delete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— chain overview, targets, stock transfer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— bring in an old member list safely, in two stages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membership change recorded — who did it, and when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95848" y="1874520"/>
            <a:ext cx="0" cy="4389120"/>
          </a:xfrm>
          <a:prstGeom prst="line">
            <a:avLst/>
          </a:prstGeom>
          <a:noFill/>
          <a:ln w="12700">
            <a:solidFill>
              <a:srgbClr val="E2E6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from “I want to…” to the right screen.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3775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want to…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somebody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→ Check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→ Add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→ Collect, or the member's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 a membership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Renewals, or member → Renew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a GST invoice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 → New, or from a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who needs a call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→ Run 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a protein tub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→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 PT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Training → Book 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PT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→ Log feedback, or Member → Add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 a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→ Recognize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 trainer's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Trainers → tap the trainer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in my old member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 overdue 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→ Collections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PT or billing given away unbilled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Leaks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up or spend a member's wallet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Member's page → Wallet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who did what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→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revenue and other charts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→ Business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B2C5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rgbClr val="FF5A4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93487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74320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leave a gym when the habit breaks, not when they decide to quit — and the habit breaks weeks earlier.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First 90 Days and Routine Has Broken are looking for — both arithmetic on your own check-in records: nothing invented, nothing guessed, every flag traceable to real visits.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57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the software cannot do is make the phone call.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Regulars — Complete Software Manual</dc:title>
  <dc:subject>PptxGenJS Presentation</dc:subject>
  <dc:creator>GymCRM</dc:creator>
  <cp:lastModifiedBy>GymCRM</cp:lastModifiedBy>
  <cp:revision>1</cp:revision>
  <dcterms:created xsi:type="dcterms:W3CDTF">2026-09-03T18:00:34Z</dcterms:created>
  <dcterms:modified xsi:type="dcterms:W3CDTF">2026-09-03T18:00:34Z</dcterms:modified>
</cp:coreProperties>
</file>